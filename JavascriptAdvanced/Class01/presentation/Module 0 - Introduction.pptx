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CF"/>
    <a:srgbClr val="002C5E"/>
    <a:srgbClr val="513570"/>
    <a:srgbClr val="95D1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32A868-D064-42BB-9629-4447A2FBB9C2}" v="134" dt="2021-03-09T07:52:21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3067" autoAdjust="0"/>
  </p:normalViewPr>
  <p:slideViewPr>
    <p:cSldViewPr snapToGrid="0">
      <p:cViewPr>
        <p:scale>
          <a:sx n="100" d="100"/>
          <a:sy n="100" d="100"/>
        </p:scale>
        <p:origin x="163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jan Zdravkovski" userId="049424897f2e9304" providerId="Windows Live" clId="Web-{A532A868-D064-42BB-9629-4447A2FBB9C2}"/>
    <pc:docChg chg="modSld">
      <pc:chgData name="Dejan Zdravkovski" userId="049424897f2e9304" providerId="Windows Live" clId="Web-{A532A868-D064-42BB-9629-4447A2FBB9C2}" dt="2021-03-09T07:52:21.327" v="129" actId="20577"/>
      <pc:docMkLst>
        <pc:docMk/>
      </pc:docMkLst>
      <pc:sldChg chg="addSp delSp modSp">
        <pc:chgData name="Dejan Zdravkovski" userId="049424897f2e9304" providerId="Windows Live" clId="Web-{A532A868-D064-42BB-9629-4447A2FBB9C2}" dt="2021-03-09T07:52:21.327" v="129" actId="20577"/>
        <pc:sldMkLst>
          <pc:docMk/>
          <pc:sldMk cId="997206248" sldId="256"/>
        </pc:sldMkLst>
        <pc:spChg chg="mod">
          <ac:chgData name="Dejan Zdravkovski" userId="049424897f2e9304" providerId="Windows Live" clId="Web-{A532A868-D064-42BB-9629-4447A2FBB9C2}" dt="2021-03-09T07:52:21.327" v="129" actId="20577"/>
          <ac:spMkLst>
            <pc:docMk/>
            <pc:sldMk cId="997206248" sldId="256"/>
            <ac:spMk id="4" creationId="{53EE914B-EEE1-428C-9014-4154273D1F3D}"/>
          </ac:spMkLst>
        </pc:spChg>
        <pc:spChg chg="add del mod">
          <ac:chgData name="Dejan Zdravkovski" userId="049424897f2e9304" providerId="Windows Live" clId="Web-{A532A868-D064-42BB-9629-4447A2FBB9C2}" dt="2021-03-09T07:52:15.311" v="111"/>
          <ac:spMkLst>
            <pc:docMk/>
            <pc:sldMk cId="997206248" sldId="256"/>
            <ac:spMk id="5" creationId="{5F63F991-562A-413C-BDDB-D4EDE06D67AC}"/>
          </ac:spMkLst>
        </pc:spChg>
        <pc:spChg chg="add del mod">
          <ac:chgData name="Dejan Zdravkovski" userId="049424897f2e9304" providerId="Windows Live" clId="Web-{A532A868-D064-42BB-9629-4447A2FBB9C2}" dt="2021-03-09T07:52:12.920" v="108"/>
          <ac:spMkLst>
            <pc:docMk/>
            <pc:sldMk cId="997206248" sldId="256"/>
            <ac:spMk id="6" creationId="{464D1892-89CA-4342-A083-EDF13F5EE24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F7C8-EC64-49EF-85F2-68424AE82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30E52-CFC3-47B9-9647-4E8FF8F8A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9403D-E286-46FF-950E-9482E896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59866-A824-4BB0-A3A7-D2F7BE2E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07A07-3E77-4361-93A1-DEE251A1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0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74F8-6C70-4DC7-B03F-2783795C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E5BD8-E543-4885-A65F-4921A8F81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C3851-A2CB-4938-B8C6-97BB50E8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35C9D-B0CA-4BFD-9ABF-AC977AD1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E2047-5278-4520-91AA-3D12DE780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9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F393-1470-40BE-A8AB-4AD212A3A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D0F14-550A-400F-9BF1-BE038D9D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05C17-6452-422F-8957-ACCBA6711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F19AE-BC0C-4DB3-BDC3-BBA0C660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09A1E-B447-465A-8282-1535D886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7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583BD-4385-4F61-BEFB-C65AF7974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8B55-2A25-444A-A094-508C77F53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0BA8-90FA-4ADF-BBA0-E6B4765D4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480EE-7088-498F-B256-3F7987A5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78D93-3A98-4F3B-8904-A889B034B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C7675-357C-474E-B9B6-891F6F0F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7D8D-DFBD-45EB-AB01-D0578D12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41567-741B-4407-8147-1B686DC48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E798D-6BA9-4EC2-A545-4E9A26833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ABC215-240C-418E-B59D-965754EAD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4A727-5374-4F5A-83FC-8677D3F01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11F6B-BA7E-4048-A7C7-710CE48C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21CF0-D28E-4ECA-958F-E6BE0094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E8755F-E8CA-4C10-B0C3-89A8A1FC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5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163B-D8BF-4AFB-8082-64F1C271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F4D09-3655-4C85-AD40-6F6A12B6A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8B4518-EEDA-403C-974B-88A1F36CF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8969F-D575-4DCE-A18B-1BF3D9F7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83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A9619-FDC0-47A7-ACC5-C3BB0AB48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EFE09-E5E3-4AD4-B927-B682EF13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A6E2-ABA4-4B47-BCCE-1A9320BE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3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0557-A2AC-4DDA-8C1F-257E9309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5AB5D-E44B-45CF-B5C0-0BD3EB986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DD4C4-B74E-4668-B953-B24E3602A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0C01B-349A-41DA-9445-EC76CF25A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D5CCD-AF91-4446-9C4C-E9606E9B0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6F3DD-B020-4DFB-9C94-4B9342DC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48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C622-94BC-473E-B6C2-8B8594D4C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07508-7E7B-4DD3-93EF-0189DD3EC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36E84-0FD1-4111-AE90-007E0E622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B60B0-7F0C-41AF-968D-712153A3B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094D4-E4EF-4BFB-969A-F01306423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24D5E-FDF2-47AC-A168-74649F336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1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4D06-71E6-40A5-A652-E2B82966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08F33-569F-40B9-BD22-A96A63B0B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253BF-481F-48EF-A71B-970E144B3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8F68-570D-476A-8731-B500C5BF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276DE-A1E0-418B-9543-4B9568C00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5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C8852-5D7C-4D96-ADED-DBFEC6F11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4FAFA-CA43-4A43-A158-FE2C8F9EC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4936-75F2-4237-9E06-F97BCB3FA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09BA7-0684-49BA-BA7F-530785E0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4C7C5-7C6A-4B60-A92A-D607A54F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97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96CAE-DB49-47CE-916B-D2892553C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30DBF-EF5B-441F-B0AD-4CA2B48B0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EBAF9-6D5F-4FA6-8140-D51B3A797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A3F6D-4261-4C06-AA47-6C6BE6190FF5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4C8B9-2EE2-42EA-9B43-A49ECE66E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31268-4C6F-4A36-8772-D48E94E3B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4C4E9-40F7-43D9-AF50-8DBC2CFE8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3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42C2-F39D-4C2E-962C-CA7C6FA88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Futura PT Bold" panose="020B0902020204020203" pitchFamily="34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4116A-F3A2-467F-907E-05DA6E5A5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Futura PT Bold" panose="020B0902020204020203" pitchFamily="34" charset="0"/>
              </a:rPr>
              <a:t>Introduction to JavaScript Advanced subject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3EE914B-EEE1-428C-9014-4154273D1F3D}"/>
              </a:ext>
            </a:extLst>
          </p:cNvPr>
          <p:cNvSpPr txBox="1">
            <a:spLocks/>
          </p:cNvSpPr>
          <p:nvPr/>
        </p:nvSpPr>
        <p:spPr>
          <a:xfrm>
            <a:off x="142398" y="5521093"/>
            <a:ext cx="3562827" cy="568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  <a:latin typeface="Futura PT Bold" panose="020B0902020204020203" pitchFamily="34" charset="0"/>
              </a:rPr>
              <a:t>Co-Trainer: </a:t>
            </a:r>
            <a:r>
              <a:rPr lang="en-US" sz="1600" dirty="0" err="1">
                <a:solidFill>
                  <a:schemeClr val="bg1"/>
                </a:solidFill>
                <a:latin typeface="Futura PT Bold" panose="020B0902020204020203" pitchFamily="34" charset="0"/>
              </a:rPr>
              <a:t>Aneta</a:t>
            </a:r>
            <a:r>
              <a:rPr lang="en-US" sz="1600" dirty="0">
                <a:solidFill>
                  <a:schemeClr val="bg1"/>
                </a:solidFill>
                <a:latin typeface="Futura PT Bold" panose="020B0902020204020203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Futura PT Bold" panose="020B0902020204020203" pitchFamily="34" charset="0"/>
              </a:rPr>
              <a:t>Stankovska</a:t>
            </a:r>
            <a:endParaRPr lang="en-US" sz="1600" dirty="0">
              <a:solidFill>
                <a:schemeClr val="bg1"/>
              </a:solidFill>
              <a:latin typeface="Futura PT Bold" panose="020B0902020204020203" pitchFamily="34" charset="0"/>
            </a:endParaRPr>
          </a:p>
          <a:p>
            <a:pPr algn="l"/>
            <a:r>
              <a:rPr lang="en-US" sz="1600" dirty="0">
                <a:solidFill>
                  <a:schemeClr val="bg1"/>
                </a:solidFill>
                <a:latin typeface="Futura PT Bold" panose="020B0902020204020203" pitchFamily="34" charset="0"/>
              </a:rPr>
              <a:t>Co-Trainer: Ilija Mitev</a:t>
            </a:r>
          </a:p>
        </p:txBody>
      </p:sp>
    </p:spTree>
    <p:extLst>
      <p:ext uri="{BB962C8B-B14F-4D97-AF65-F5344CB8AC3E}">
        <p14:creationId xmlns:p14="http://schemas.microsoft.com/office/powerpoint/2010/main" val="997206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68AFC-8B6D-4E29-9F1B-D78C3484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C5E"/>
                </a:solidFill>
                <a:latin typeface="Futura PT Bold" panose="020B0902020204020203" pitchFamily="34" charset="0"/>
              </a:rPr>
              <a:t>JavaScript Advanced expectations</a:t>
            </a:r>
            <a:endParaRPr lang="en-US" dirty="0">
              <a:solidFill>
                <a:srgbClr val="513570"/>
              </a:solidFill>
              <a:latin typeface="Futura PT Bold" panose="020B090202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02AE8-01CD-42A3-BAAA-642F64DAE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JavaScript Basic concepts should be familiar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Functions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Loops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Arrays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Objects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DOM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Events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Difficult concepts will require a lot of exercising and coding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Futura PT Bold" panose="020B0902020204020203" pitchFamily="34" charset="0"/>
            </a:endParaRPr>
          </a:p>
          <a:p>
            <a:endParaRPr lang="en-US" dirty="0">
              <a:solidFill>
                <a:srgbClr val="0086CF"/>
              </a:solidFill>
              <a:latin typeface="Futura PT Bold" panose="020B090202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23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68AFC-8B6D-4E29-9F1B-D78C3484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C5E"/>
                </a:solidFill>
                <a:latin typeface="Futura PT Bold" panose="020B0902020204020203" pitchFamily="34" charset="0"/>
              </a:rPr>
              <a:t>JavaScript Advanced goals</a:t>
            </a:r>
            <a:endParaRPr lang="en-US" dirty="0">
              <a:solidFill>
                <a:srgbClr val="513570"/>
              </a:solidFill>
              <a:latin typeface="Futura PT Bold" panose="020B090202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02AE8-01CD-42A3-BAAA-642F64DAE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Learning high level JavaScript concepts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Working with data from online servers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Understanding and implementing requirements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Building an app </a:t>
            </a:r>
          </a:p>
        </p:txBody>
      </p:sp>
    </p:spTree>
    <p:extLst>
      <p:ext uri="{BB962C8B-B14F-4D97-AF65-F5344CB8AC3E}">
        <p14:creationId xmlns:p14="http://schemas.microsoft.com/office/powerpoint/2010/main" val="122835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68AFC-8B6D-4E29-9F1B-D78C3484C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C5E"/>
                </a:solidFill>
                <a:latin typeface="Futura PT Bold" panose="020B0902020204020203" pitchFamily="34" charset="0"/>
              </a:rPr>
              <a:t>What should we learn?</a:t>
            </a:r>
            <a:endParaRPr lang="en-US" dirty="0">
              <a:solidFill>
                <a:srgbClr val="513570"/>
              </a:solidFill>
              <a:latin typeface="Futura PT Bold" panose="020B090202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02AE8-01CD-42A3-BAAA-642F64DAE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How to make AJAX calls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Advanced features and types of functions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Advanced features of objects, inheritance and classes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How JavaScript works under the hood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What is JavaScript asynchronous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Futura PT Bold" panose="020B0902020204020203" pitchFamily="34" charset="0"/>
              </a:rPr>
              <a:t>Introduction to NPM and Node.js</a:t>
            </a:r>
          </a:p>
        </p:txBody>
      </p:sp>
    </p:spTree>
    <p:extLst>
      <p:ext uri="{BB962C8B-B14F-4D97-AF65-F5344CB8AC3E}">
        <p14:creationId xmlns:p14="http://schemas.microsoft.com/office/powerpoint/2010/main" val="955429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68AFC-8B6D-4E29-9F1B-D78C3484C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2974" y="2293937"/>
            <a:ext cx="5543551" cy="1325563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rgbClr val="002C5E"/>
                </a:solidFill>
                <a:latin typeface="Futura PT Bold" panose="020B0902020204020203" pitchFamily="34" charset="0"/>
              </a:rPr>
              <a:t>Questions?</a:t>
            </a:r>
            <a:endParaRPr lang="en-US" sz="7200" dirty="0">
              <a:solidFill>
                <a:srgbClr val="513570"/>
              </a:solidFill>
              <a:latin typeface="Futura PT Bold" panose="020B090202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17A0DD-3E6A-4B02-8D5B-C8DD41444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80" y="1619403"/>
            <a:ext cx="3323920" cy="33239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9493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103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Futura PT Bold</vt:lpstr>
      <vt:lpstr>Office Theme</vt:lpstr>
      <vt:lpstr>Introduction</vt:lpstr>
      <vt:lpstr>JavaScript Advanced expectations</vt:lpstr>
      <vt:lpstr>JavaScript Advanced goals</vt:lpstr>
      <vt:lpstr>What should we learn?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0 - Introduction</dc:title>
  <dc:creator>Dragan Gelevski</dc:creator>
  <cp:lastModifiedBy>Edu6</cp:lastModifiedBy>
  <cp:revision>27</cp:revision>
  <dcterms:created xsi:type="dcterms:W3CDTF">2020-01-12T22:31:45Z</dcterms:created>
  <dcterms:modified xsi:type="dcterms:W3CDTF">2024-01-10T10:48:57Z</dcterms:modified>
</cp:coreProperties>
</file>